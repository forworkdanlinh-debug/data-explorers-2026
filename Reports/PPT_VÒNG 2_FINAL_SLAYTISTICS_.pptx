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EC4D-7B9C-4401-A6CA-F1B4F77BA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AF5F9-ADE6-38F3-4B95-9ED0D2FFE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1D698-41CE-F8BE-8749-92F2A020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A093E-E2D5-9CFC-5094-0BB9AACD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3E5CA-13F2-C1F4-6E42-75147F2D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4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57CD-C696-737B-432D-8FFE337A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CBE81-48F9-9762-9166-8ECAACC43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9AFBB-A237-057E-37BE-7B2DEF86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0A503-C201-CF84-03BB-995061DB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B6D49-A692-C33F-23B2-9C030F0D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FBBD-8DDF-823B-987C-DF26530D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D2CCB-0E62-9805-E555-9F7D12195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EDFF6-4D12-D32D-6F25-0158E4D8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11A9-3AAC-377B-E17E-015542C5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1DB1-8CF1-63DE-ABE9-75971D56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6CB0-CCDF-2E83-D634-C67F6620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32EE-983C-2A52-641C-5A0BB0E18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47D63-3D41-4509-1208-4F2D54FFE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E0837-1350-D1B6-1D9B-403EDD0B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F1863-4853-A0FD-AE89-45E3364A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26676-0EE6-627B-B32F-BDC0D924A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1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565B-BFF8-4BEE-F1D9-ADB3DD9D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FBC62-70A6-57A2-B4D4-87A85D74D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0686A-9D51-9F70-0B84-FDCA10934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5F718-62AD-081A-598C-9E3A06A0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7A5DF-2886-3D8B-77C1-A5BD0FAF4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2AB0B-351A-649B-9BAD-BA7A579E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26B0E-B8E9-19B0-56F1-319E10D6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13F92-9CEC-B057-F630-82C472B9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3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3E8AF-34BB-1C40-F8B7-C818D977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FDAE2-7F00-E2F6-5226-6FEC7DE87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31F4D-9BDB-7642-5099-A0D41A3C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F3208-9546-5CC0-6771-B1DB2B19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7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1B6DF-3F8E-249B-ED62-991158BD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F0E1B-36AC-6231-F528-98DBE342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7643-EB41-8832-5628-8DF24312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8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FD8A-E798-C6D2-2506-5DD2C17DA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ED3C-C106-E65B-8D19-B9782E043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59D24-84D5-D1DB-37C4-1997FEAF1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DA46E-48F4-80F3-66CB-C14AD1BB3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BD98C-6B1B-11E1-2ADC-34FFD1A8B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DC062-34F1-372C-1265-2BEDEE4A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6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9B44-DBD0-ADE7-B59A-38BF76C7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7988C-774C-E762-76F5-65065965E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5978F-BE4D-D64F-E2A0-19B72BF71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F620A-205E-5D02-CDF7-F206F81A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F5322-6E27-3800-503F-B664757D3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5092D-8714-F4B7-A25F-B74B3EF6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0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3DE3-A633-AE2C-61B8-9A5B75F5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99D6-C722-F254-31BE-F5D909AD5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629C1-EDBD-5FDB-F85D-4838F176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3AB74-6E07-4DC5-B6C1-8F0FDBF6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B65D-039D-AE03-AB8B-6B717259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2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3C1BF-37FC-AA5A-7A03-F0B842AA9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6716E-7D61-1A1A-E8C1-135DB6C0E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2B6FD-1989-D8F9-9F7F-9FA571B9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F0B99-2EBB-9C7B-0C40-7937349B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6EF93-913D-11FA-893B-0C239D0A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1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323D7-B9FE-F539-3F48-DBD7C858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AA497-8F1C-DA38-C9BE-3943BDF91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8EB18-3489-DE80-58AF-63931BD19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50C1F-7789-48EE-A494-9A258121F601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1FE40-ED4E-D6C5-E58F-EE2E7B7ED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A29A8-ADE1-925C-EB07-63CCA4E99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84A6E-1CC8-4088-BF31-8AC49D296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1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2911-73F9-5C57-66D2-350C7B1E9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730F3-5E14-5124-2579-D87C937707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0E161-E242-C191-96DE-791F341BB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7"/>
            <a:ext cx="12192000" cy="68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0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03B7A-8EBA-DE9B-9EE6-8718C6E7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E3882-D378-E1B1-FD26-96A2092D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1F0D3-9196-D5D6-0422-D2B5C0D40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" y="0"/>
            <a:ext cx="12168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7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B71A-66DA-906F-33B0-BF29396B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F359-E6BC-4DFF-D1A6-50BBFCAC9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BBA99-1CEF-352E-7565-3496309C7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" y="0"/>
            <a:ext cx="12161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6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2F90-968B-3BA0-F6D0-6FF629E3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EC873-F805-22C5-5FBE-521F920C9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43130-FD89-347D-8B73-27EAC5E6D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7"/>
            <a:ext cx="12192000" cy="68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59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E747-EDB9-45B1-66E5-A29C881F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C7AD-08A6-45FB-1F2D-8BF49FE7B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0AF9B-A046-D650-C2CE-4DA858A89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7"/>
            <a:ext cx="12192000" cy="684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38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A952-CAEF-7F0B-6062-83220178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FA966-140E-19F3-2330-B5CDC82D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6A23E-DBF4-920D-89FE-FCA6BB16E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7"/>
            <a:ext cx="12192000" cy="68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3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1D6F-329A-B4AE-055F-784F2279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3B9A-FE2C-8A97-7E88-575D2B79B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7D461-5EBE-CDC6-2CE9-65BB4FFE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9"/>
            <a:ext cx="12192000" cy="683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8EEF-B141-F418-C81F-E73AE995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7BC6E-0C2A-BEE0-C52D-2716E1BBE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44D67-CD7C-BD09-7638-3445F6395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7"/>
            <a:ext cx="12192000" cy="68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1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CF1B-F9D5-2619-5702-4167A58F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529D-C051-3BA5-EE23-CC2ACE44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FC932-9107-DA15-1B14-7CAE58EB8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1" y="0"/>
            <a:ext cx="121544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8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C075-6F01-A4E0-52AB-20A56AAC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79E0-AAC6-5CBA-2DC4-F43425E3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F3398-7B07-9170-56FF-D9BDDE8F4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"/>
            <a:ext cx="12192000" cy="684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9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D84-0750-CFA0-C31D-DC9F3B2C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A9F6-4D10-D107-10EC-103A68E64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CFDE2-288A-B80D-E104-5D9C0DF15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41"/>
            <a:ext cx="12192000" cy="68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8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AB5A-B284-1595-85A6-1F2A67D2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CC6C4-57FC-6FEF-2B02-9D8228EAA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99825-2B25-3337-A718-DC9515254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"/>
            <a:ext cx="12192000" cy="68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2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EC2E-BB48-2837-D2D7-8F09775F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19CE-F086-5A71-5C86-6FA376146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6742F-3802-1814-1D73-51DF5E2F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2"/>
            <a:ext cx="12192000" cy="683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93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7391-FEDC-4C48-48F6-F4F6CD61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3FB4B-B773-0BC6-9193-B5B8D6B16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1A544-8905-6ADA-A761-06F04EEF7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89"/>
            <a:ext cx="12192000" cy="682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93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4808-BA42-2649-F9D9-32F52606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41E86-0E62-554F-E0AE-420B2EF74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1415B-3C4A-AB3A-3BC6-6B76699E8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"/>
            <a:ext cx="12192000" cy="685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Phuong</dc:creator>
  <cp:lastModifiedBy>Ha Phuong</cp:lastModifiedBy>
  <cp:revision>1</cp:revision>
  <dcterms:created xsi:type="dcterms:W3CDTF">2026-05-28T16:16:02Z</dcterms:created>
  <dcterms:modified xsi:type="dcterms:W3CDTF">2026-05-28T16:25:40Z</dcterms:modified>
</cp:coreProperties>
</file>